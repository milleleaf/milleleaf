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lvl1pPr marL="0" algn="l">
      <a:defRPr sz="1800" kern="1200">
        <a:solidFill>
          <a:schemeClr val="tx1"/>
        </a:solidFill>
        <a:latin typeface="+mn-lt"/>
      </a:defRPr>
    </a:lvl1pPr>
    <a:lvl2pPr marL="457200" algn="l">
      <a:defRPr sz="1800" kern="1200">
        <a:solidFill>
          <a:schemeClr val="tx1"/>
        </a:solidFill>
        <a:latin typeface="+mn-lt"/>
      </a:defRPr>
    </a:lvl2pPr>
    <a:lvl3pPr marL="914400" algn="l">
      <a:defRPr sz="1800" kern="1200">
        <a:solidFill>
          <a:schemeClr val="tx1"/>
        </a:solidFill>
        <a:latin typeface="+mn-lt"/>
      </a:defRPr>
    </a:lvl3pPr>
    <a:lvl4pPr marL="1371600" algn="l">
      <a:defRPr sz="1800" kern="1200">
        <a:solidFill>
          <a:schemeClr val="tx1"/>
        </a:solidFill>
        <a:latin typeface="+mn-lt"/>
      </a:defRPr>
    </a:lvl4pPr>
    <a:lvl5pPr marL="1828800" algn="l">
      <a:defRPr sz="1800" kern="1200">
        <a:solidFill>
          <a:schemeClr val="tx1"/>
        </a:solidFill>
        <a:latin typeface="+mn-lt"/>
      </a:defRPr>
    </a:lvl5pPr>
    <a:lvl6pPr marL="2286000" algn="l">
      <a:defRPr sz="1800" kern="1200">
        <a:solidFill>
          <a:schemeClr val="tx1"/>
        </a:solidFill>
        <a:latin typeface="+mn-lt"/>
      </a:defRPr>
    </a:lvl6pPr>
    <a:lvl7pPr marL="2743200" algn="l">
      <a:defRPr sz="1800" kern="1200">
        <a:solidFill>
          <a:schemeClr val="tx1"/>
        </a:solidFill>
        <a:latin typeface="+mn-lt"/>
      </a:defRPr>
    </a:lvl7pPr>
    <a:lvl8pPr marL="3200400" algn="l">
      <a:defRPr sz="1800" kern="1200">
        <a:solidFill>
          <a:schemeClr val="tx1"/>
        </a:solidFill>
        <a:latin typeface="+mn-lt"/>
      </a:defRPr>
    </a:lvl8pPr>
    <a:lvl9pPr marL="3657600" algn="l">
      <a:defRPr sz="1800" kern="1200">
        <a:solidFill>
          <a:schemeClr val="tx1"/>
        </a:solidFill>
        <a:latin typeface="+mn-lt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r>
              <a:rPr lang="en-US"/>
              <a:t>Workbook figures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1B6A8F"/>
            </a:solidFill>
          </c:spPr>
          <c:invertIfNegative val="0"/>
          <c:cat>
            <c:strRef>
              <c:f>Sheet1!$A$2:$A$4</c:f>
              <c:strCache>
                <c:ptCount val="3"/>
                <c:pt idx="0">
                  <c:v>Adelaide</c:v>
                </c:pt>
                <c:pt idx="1">
                  <c:v>Hong Kong</c:v>
                </c:pt>
                <c:pt idx="2">
                  <c:v>Singapore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412000</c:v>
                </c:pt>
                <c:pt idx="1">
                  <c:v>541500</c:v>
                </c:pt>
                <c:pt idx="2">
                  <c:v>297000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630-9641-9887-FB3E81D4F6F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50001"/>
        <c:axId val="50002"/>
      </c:barChart>
      <c:catAx>
        <c:axId val="5000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crossAx val="50002"/>
        <c:crosses val="autoZero"/>
        <c:auto val="1"/>
        <c:lblAlgn val="ctr"/>
        <c:lblOffset val="100"/>
        <c:noMultiLvlLbl val="0"/>
      </c:catAx>
      <c:valAx>
        <c:axId val="50002"/>
        <c:scaling>
          <c:orientation val="minMax"/>
        </c:scaling>
        <c:delete val="0"/>
        <c:axPos val="l"/>
        <c:majorGridlines/>
        <c:numFmt formatCode="General" sourceLinked="1"/>
        <c:majorTickMark val="none"/>
        <c:minorTickMark val="none"/>
        <c:tickLblPos val="nextTo"/>
        <c:crossAx val="50001"/>
        <c:crosses val="autoZero"/>
        <c:crossBetween val="between"/>
      </c:valAx>
    </c:plotArea>
    <c:legend>
      <c:legendPos val="b"/>
      <c:overlay val="0"/>
    </c:legend>
    <c:plotVisOnly val="1"/>
    <c:dispBlanksAs val="gap"/>
    <c:showDLblsOverMax val="1"/>
  </c:chart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1524000" y="1117600"/>
            <a:ext cx="9144000" cy="2387600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>
            <a:endParaRPr/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1524000" y="3606800"/>
            <a:ext cx="9144000" cy="1651000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ctr">
              <a:buNone/>
              <a:defRPr sz="2400"/>
            </a:lvl1pPr>
          </a:lstStyle>
          <a:p>
            <a:endParaRPr/>
          </a:p>
        </p:txBody>
      </p:sp>
      <p:sp>
        <p:nvSpPr>
          <p:cNvPr id="9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10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11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DC6D5D-A00E-4AA9-84F2-364CBECE0EEA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762000" y="368300"/>
            <a:ext cx="10668000" cy="132080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endParaRPr/>
          </a:p>
        </p:txBody>
      </p:sp>
      <p:sp>
        <p:nvSpPr>
          <p:cNvPr id="14" name="Content Placeholder 2"/>
          <p:cNvSpPr>
            <a:spLocks noGrp="1"/>
          </p:cNvSpPr>
          <p:nvPr>
            <p:ph idx="1"/>
          </p:nvPr>
        </p:nvSpPr>
        <p:spPr>
          <a:xfrm>
            <a:off x="762000" y="1828800"/>
            <a:ext cx="10668000" cy="4356100"/>
          </a:xfrm>
          <a:prstGeom prst="rect">
            <a:avLst/>
          </a:prstGeom>
        </p:spPr>
        <p:txBody>
          <a:bodyPr anchor="t">
            <a:normAutofit/>
          </a:bodyPr>
          <a:lstStyle/>
          <a:p>
            <a:endParaRPr/>
          </a:p>
        </p:txBody>
      </p:sp>
      <p:sp>
        <p:nvSpPr>
          <p:cNvPr id="15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16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17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CD0F9E-EF7E-4C26-8662-25A73F2263DD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/>
          <p:cNvSpPr>
            <a:spLocks noGrp="1"/>
          </p:cNvSpPr>
          <p:nvPr>
            <p:ph type="title"/>
          </p:nvPr>
        </p:nvSpPr>
        <p:spPr>
          <a:xfrm>
            <a:off x="825500" y="1714500"/>
            <a:ext cx="10541000" cy="2857500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endParaRPr/>
          </a:p>
        </p:txBody>
      </p:sp>
      <p:sp>
        <p:nvSpPr>
          <p:cNvPr id="20" name="Text Placeholder 2"/>
          <p:cNvSpPr>
            <a:spLocks noGrp="1"/>
          </p:cNvSpPr>
          <p:nvPr>
            <p:ph type="body" idx="1"/>
          </p:nvPr>
        </p:nvSpPr>
        <p:spPr>
          <a:xfrm>
            <a:off x="825500" y="4597400"/>
            <a:ext cx="10541000" cy="1498600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21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22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23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C18080-B33E-4073-8615-72D8F5AE8F78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itle 1"/>
          <p:cNvSpPr>
            <a:spLocks noGrp="1"/>
          </p:cNvSpPr>
          <p:nvPr>
            <p:ph type="title"/>
          </p:nvPr>
        </p:nvSpPr>
        <p:spPr>
          <a:xfrm>
            <a:off x="762000" y="368300"/>
            <a:ext cx="10668000" cy="132080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endParaRPr/>
          </a:p>
        </p:txBody>
      </p:sp>
      <p:sp>
        <p:nvSpPr>
          <p:cNvPr id="26" name="Content Placeholder 2"/>
          <p:cNvSpPr>
            <a:spLocks noGrp="1"/>
          </p:cNvSpPr>
          <p:nvPr>
            <p:ph idx="1"/>
          </p:nvPr>
        </p:nvSpPr>
        <p:spPr>
          <a:xfrm>
            <a:off x="762000" y="1828800"/>
            <a:ext cx="5232400" cy="4356100"/>
          </a:xfrm>
          <a:prstGeom prst="rect">
            <a:avLst/>
          </a:prstGeom>
        </p:spPr>
        <p:txBody>
          <a:bodyPr anchor="t">
            <a:normAutofit/>
          </a:bodyPr>
          <a:lstStyle/>
          <a:p>
            <a:endParaRPr/>
          </a:p>
        </p:txBody>
      </p:sp>
      <p:sp>
        <p:nvSpPr>
          <p:cNvPr id="27" name="Content Placeholder 3"/>
          <p:cNvSpPr>
            <a:spLocks noGrp="1"/>
          </p:cNvSpPr>
          <p:nvPr>
            <p:ph idx="2"/>
          </p:nvPr>
        </p:nvSpPr>
        <p:spPr>
          <a:xfrm>
            <a:off x="6197600" y="1828800"/>
            <a:ext cx="5232400" cy="4356100"/>
          </a:xfrm>
          <a:prstGeom prst="rect">
            <a:avLst/>
          </a:prstGeom>
        </p:spPr>
        <p:txBody>
          <a:bodyPr anchor="t">
            <a:normAutofit/>
          </a:bodyPr>
          <a:lstStyle/>
          <a:p>
            <a:endParaRPr/>
          </a:p>
        </p:txBody>
      </p:sp>
      <p:sp>
        <p:nvSpPr>
          <p:cNvPr id="28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29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0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CB9569-04AF-4288-8880-64CE52ABE7A3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itle 1"/>
          <p:cNvSpPr>
            <a:spLocks noGrp="1"/>
          </p:cNvSpPr>
          <p:nvPr>
            <p:ph type="title"/>
          </p:nvPr>
        </p:nvSpPr>
        <p:spPr>
          <a:xfrm>
            <a:off x="762000" y="368300"/>
            <a:ext cx="10668000" cy="132080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endParaRPr/>
          </a:p>
        </p:txBody>
      </p:sp>
      <p:sp>
        <p:nvSpPr>
          <p:cNvPr id="33" name="Text Placeholder 2"/>
          <p:cNvSpPr>
            <a:spLocks noGrp="1"/>
          </p:cNvSpPr>
          <p:nvPr>
            <p:ph type="body" idx="1"/>
          </p:nvPr>
        </p:nvSpPr>
        <p:spPr>
          <a:xfrm>
            <a:off x="762000" y="1689100"/>
            <a:ext cx="5232400" cy="78740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</a:lstStyle>
          <a:p>
            <a:endParaRPr/>
          </a:p>
        </p:txBody>
      </p:sp>
      <p:sp>
        <p:nvSpPr>
          <p:cNvPr id="34" name="Content Placeholder 3"/>
          <p:cNvSpPr>
            <a:spLocks noGrp="1"/>
          </p:cNvSpPr>
          <p:nvPr>
            <p:ph idx="2"/>
          </p:nvPr>
        </p:nvSpPr>
        <p:spPr>
          <a:xfrm>
            <a:off x="762000" y="2514600"/>
            <a:ext cx="5232400" cy="3670300"/>
          </a:xfrm>
          <a:prstGeom prst="rect">
            <a:avLst/>
          </a:prstGeom>
        </p:spPr>
        <p:txBody>
          <a:bodyPr anchor="t">
            <a:normAutofit/>
          </a:bodyPr>
          <a:lstStyle/>
          <a:p>
            <a:endParaRPr/>
          </a:p>
        </p:txBody>
      </p:sp>
      <p:sp>
        <p:nvSpPr>
          <p:cNvPr id="35" name="Text Placeholder 4"/>
          <p:cNvSpPr>
            <a:spLocks noGrp="1"/>
          </p:cNvSpPr>
          <p:nvPr>
            <p:ph type="body" idx="3"/>
          </p:nvPr>
        </p:nvSpPr>
        <p:spPr>
          <a:xfrm>
            <a:off x="6197600" y="1689100"/>
            <a:ext cx="5232400" cy="78740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</a:lstStyle>
          <a:p>
            <a:endParaRPr/>
          </a:p>
        </p:txBody>
      </p:sp>
      <p:sp>
        <p:nvSpPr>
          <p:cNvPr id="36" name="Content Placeholder 5"/>
          <p:cNvSpPr>
            <a:spLocks noGrp="1"/>
          </p:cNvSpPr>
          <p:nvPr>
            <p:ph idx="4"/>
          </p:nvPr>
        </p:nvSpPr>
        <p:spPr>
          <a:xfrm>
            <a:off x="6197600" y="2514600"/>
            <a:ext cx="5232400" cy="3670300"/>
          </a:xfrm>
          <a:prstGeom prst="rect">
            <a:avLst/>
          </a:prstGeom>
        </p:spPr>
        <p:txBody>
          <a:bodyPr anchor="t">
            <a:normAutofit/>
          </a:bodyPr>
          <a:lstStyle/>
          <a:p>
            <a:endParaRPr/>
          </a:p>
        </p:txBody>
      </p:sp>
      <p:sp>
        <p:nvSpPr>
          <p:cNvPr id="37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8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9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533E07-937E-4FED-8300-891295843456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itle 1"/>
          <p:cNvSpPr>
            <a:spLocks noGrp="1"/>
          </p:cNvSpPr>
          <p:nvPr>
            <p:ph type="title"/>
          </p:nvPr>
        </p:nvSpPr>
        <p:spPr>
          <a:xfrm>
            <a:off x="762000" y="368300"/>
            <a:ext cx="10668000" cy="132080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endParaRPr/>
          </a:p>
        </p:txBody>
      </p:sp>
      <p:sp>
        <p:nvSpPr>
          <p:cNvPr id="42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3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4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28B55B-FA15-48BA-860D-0231187503D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7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8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E0EBC0-ADA9-4FA7-889C-9287646BC794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itle 1"/>
          <p:cNvSpPr>
            <a:spLocks noGrp="1"/>
          </p:cNvSpPr>
          <p:nvPr>
            <p:ph type="title"/>
          </p:nvPr>
        </p:nvSpPr>
        <p:spPr>
          <a:xfrm>
            <a:off x="762000" y="457200"/>
            <a:ext cx="4089400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endParaRPr/>
          </a:p>
        </p:txBody>
      </p:sp>
      <p:sp>
        <p:nvSpPr>
          <p:cNvPr id="51" name="Content Placeholder 2"/>
          <p:cNvSpPr>
            <a:spLocks noGrp="1"/>
          </p:cNvSpPr>
          <p:nvPr>
            <p:ph idx="1"/>
          </p:nvPr>
        </p:nvSpPr>
        <p:spPr>
          <a:xfrm>
            <a:off x="5232400" y="990600"/>
            <a:ext cx="6197600" cy="4876800"/>
          </a:xfrm>
          <a:prstGeom prst="rect">
            <a:avLst/>
          </a:prstGeom>
        </p:spPr>
        <p:txBody>
          <a:bodyPr anchor="t">
            <a:normAutofit/>
          </a:bodyPr>
          <a:lstStyle/>
          <a:p>
            <a:endParaRPr/>
          </a:p>
        </p:txBody>
      </p:sp>
      <p:sp>
        <p:nvSpPr>
          <p:cNvPr id="52" name="Text Placeholder 3"/>
          <p:cNvSpPr>
            <a:spLocks noGrp="1"/>
          </p:cNvSpPr>
          <p:nvPr>
            <p:ph type="body" idx="2"/>
          </p:nvPr>
        </p:nvSpPr>
        <p:spPr>
          <a:xfrm>
            <a:off x="762000" y="2057400"/>
            <a:ext cx="4089400" cy="3810000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</a:lstStyle>
          <a:p>
            <a:endParaRPr/>
          </a:p>
        </p:txBody>
      </p:sp>
      <p:sp>
        <p:nvSpPr>
          <p:cNvPr id="53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4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5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A25AB8-FB3A-479C-8780-0B7E5F586C0F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1"/>
          <p:cNvSpPr>
            <a:spLocks noGrp="1"/>
          </p:cNvSpPr>
          <p:nvPr>
            <p:ph type="title"/>
          </p:nvPr>
        </p:nvSpPr>
        <p:spPr>
          <a:xfrm>
            <a:off x="762000" y="457200"/>
            <a:ext cx="4089400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endParaRPr/>
          </a:p>
        </p:txBody>
      </p:sp>
      <p:sp>
        <p:nvSpPr>
          <p:cNvPr id="58" name="Picture Placeholder 2"/>
          <p:cNvSpPr>
            <a:spLocks noGrp="1"/>
          </p:cNvSpPr>
          <p:nvPr>
            <p:ph type="pic" idx="1"/>
          </p:nvPr>
        </p:nvSpPr>
        <p:spPr>
          <a:xfrm>
            <a:off x="5232400" y="990600"/>
            <a:ext cx="6197600" cy="4876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9" name="Text Placeholder 3"/>
          <p:cNvSpPr>
            <a:spLocks noGrp="1"/>
          </p:cNvSpPr>
          <p:nvPr>
            <p:ph type="body" idx="2"/>
          </p:nvPr>
        </p:nvSpPr>
        <p:spPr>
          <a:xfrm>
            <a:off x="762000" y="2057400"/>
            <a:ext cx="4089400" cy="3810000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</a:lstStyle>
          <a:p>
            <a:endParaRPr/>
          </a:p>
        </p:txBody>
      </p:sp>
      <p:sp>
        <p:nvSpPr>
          <p:cNvPr id="60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1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2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EFC29A-6C4F-4141-86E3-1A3E2D58E3A2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Title 1"/>
          <p:cNvSpPr>
            <a:spLocks noGrp="1"/>
          </p:cNvSpPr>
          <p:nvPr>
            <p:ph type="title"/>
          </p:nvPr>
        </p:nvSpPr>
        <p:spPr>
          <a:xfrm>
            <a:off x="762000" y="368300"/>
            <a:ext cx="10668000" cy="132080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endParaRPr/>
          </a:p>
        </p:txBody>
      </p:sp>
      <p:sp>
        <p:nvSpPr>
          <p:cNvPr id="65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1828800"/>
            <a:ext cx="10668000" cy="4356100"/>
          </a:xfrm>
          <a:prstGeom prst="rect">
            <a:avLst/>
          </a:prstGeom>
        </p:spPr>
        <p:txBody>
          <a:bodyPr vert="eaVert" anchor="t">
            <a:normAutofit/>
          </a:bodyPr>
          <a:lstStyle/>
          <a:p>
            <a:endParaRPr/>
          </a:p>
        </p:txBody>
      </p:sp>
      <p:sp>
        <p:nvSpPr>
          <p:cNvPr id="66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7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8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19C649-D3E0-46CB-87C1-67136E4226A6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8300"/>
            <a:ext cx="2705100" cy="5816600"/>
          </a:xfrm>
          <a:prstGeom prst="rect">
            <a:avLst/>
          </a:prstGeom>
        </p:spPr>
        <p:txBody>
          <a:bodyPr vert="eaVert"/>
          <a:lstStyle/>
          <a:p>
            <a:endParaRPr/>
          </a:p>
        </p:txBody>
      </p:sp>
      <p:sp>
        <p:nvSpPr>
          <p:cNvPr id="71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68300"/>
            <a:ext cx="7772400" cy="5816600"/>
          </a:xfrm>
          <a:prstGeom prst="rect">
            <a:avLst/>
          </a:prstGeom>
        </p:spPr>
        <p:txBody>
          <a:bodyPr vert="eaVert" anchor="t">
            <a:normAutofit/>
          </a:bodyPr>
          <a:lstStyle/>
          <a:p>
            <a:endParaRPr/>
          </a:p>
        </p:txBody>
      </p:sp>
      <p:sp>
        <p:nvSpPr>
          <p:cNvPr id="72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73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74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EBE78A-EB3E-401E-81B5-D7F53201DAF3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DeckCraf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368300"/>
            <a:ext cx="10668000" cy="132080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2000" y="1828800"/>
            <a:ext cx="10668000" cy="4356100"/>
          </a:xfrm>
          <a:prstGeom prst="rect">
            <a:avLst/>
          </a:prstGeom>
        </p:spPr>
        <p:txBody>
          <a:bodyPr anchor="t">
            <a:normAutofit/>
          </a:bodyPr>
          <a:lstStyle/>
          <a:p>
            <a:r>
              <a:t>Click to edit Master text styles</a:t>
            </a:r>
          </a:p>
        </p:txBody>
      </p:sp>
      <p:sp>
        <p:nvSpPr>
          <p:cNvPr id="4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3D6AB1-0FDA-49F1-8390-8828CE9E6676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>
        <a:lnSpc>
          <a:spcPct val="90000"/>
        </a:lnSpc>
        <a:spcBef>
          <a:spcPts val="0"/>
        </a:spcBef>
        <a:buNone/>
        <a:defRPr sz="4400" kern="1200">
          <a:solidFill>
            <a:schemeClr val="tx1"/>
          </a:solidFill>
          <a:latin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</a:defRPr>
      </a:lvl1pPr>
      <a:lvl2pPr marL="685800" indent="-228600" algn="l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</a:defRPr>
      </a:lvl2pPr>
      <a:lvl3pPr marL="1143000" indent="-228600" algn="l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</a:defRPr>
      </a:lvl3pPr>
      <a:lvl4pPr marL="1600200" indent="-228600" algn="l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</a:defRPr>
      </a:lvl4pPr>
      <a:lvl5pPr marL="2057400" indent="-228600" algn="l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</a:defRPr>
      </a:lvl5pPr>
      <a:lvl6pPr marL="2514600" indent="-228600" algn="l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</a:defRPr>
      </a:lvl6pPr>
      <a:lvl7pPr marL="2971800" indent="-228600" algn="l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</a:defRPr>
      </a:lvl7pPr>
      <a:lvl8pPr marL="3429000" indent="-228600" algn="l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</a:defRPr>
      </a:lvl8pPr>
      <a:lvl9pPr marL="3886200" indent="-228600" algn="l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</a:defRPr>
      </a:lvl9pPr>
    </p:bodyStyle>
    <p:otherStyle>
      <a:lvl1pPr marL="0" algn="l">
        <a:defRPr sz="1800" kern="1200">
          <a:solidFill>
            <a:schemeClr val="tx1"/>
          </a:solidFill>
          <a:latin typeface="+mn-lt"/>
        </a:defRPr>
      </a:lvl1pPr>
      <a:lvl2pPr marL="457200" algn="l">
        <a:defRPr sz="1800" kern="1200">
          <a:solidFill>
            <a:schemeClr val="tx1"/>
          </a:solidFill>
          <a:latin typeface="+mn-lt"/>
        </a:defRPr>
      </a:lvl2pPr>
      <a:lvl3pPr marL="914400" algn="l">
        <a:defRPr sz="1800" kern="1200">
          <a:solidFill>
            <a:schemeClr val="tx1"/>
          </a:solidFill>
          <a:latin typeface="+mn-lt"/>
        </a:defRPr>
      </a:lvl3pPr>
      <a:lvl4pPr marL="1371600" algn="l">
        <a:defRPr sz="1800" kern="1200">
          <a:solidFill>
            <a:schemeClr val="tx1"/>
          </a:solidFill>
          <a:latin typeface="+mn-lt"/>
        </a:defRPr>
      </a:lvl4pPr>
      <a:lvl5pPr marL="1828800" algn="l">
        <a:defRPr sz="1800" kern="1200">
          <a:solidFill>
            <a:schemeClr val="tx1"/>
          </a:solidFill>
          <a:latin typeface="+mn-lt"/>
        </a:defRPr>
      </a:lvl5pPr>
      <a:lvl6pPr marL="2286000" algn="l">
        <a:defRPr sz="1800" kern="1200">
          <a:solidFill>
            <a:schemeClr val="tx1"/>
          </a:solidFill>
          <a:latin typeface="+mn-lt"/>
        </a:defRPr>
      </a:lvl6pPr>
      <a:lvl7pPr marL="2743200" algn="l">
        <a:defRPr sz="1800" kern="1200">
          <a:solidFill>
            <a:schemeClr val="tx1"/>
          </a:solidFill>
          <a:latin typeface="+mn-lt"/>
        </a:defRPr>
      </a:lvl7pPr>
      <a:lvl8pPr marL="3200400" algn="l">
        <a:defRPr sz="1800" kern="1200">
          <a:solidFill>
            <a:schemeClr val="tx1"/>
          </a:solidFill>
          <a:latin typeface="+mn-lt"/>
        </a:defRPr>
      </a:lvl8pPr>
      <a:lvl9pPr marL="3657600" algn="l">
        <a:defRPr sz="1800" kern="1200">
          <a:solidFill>
            <a:schemeClr val="tx1"/>
          </a:solidFill>
          <a:latin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mleaf:flow-slide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mleaf:flow-deck-title"/>
          <p:cNvSpPr txBox="1"/>
          <p:nvPr/>
        </p:nvSpPr>
        <p:spPr>
          <a:xfrm>
            <a:off x="571500" y="304800"/>
            <a:ext cx="104775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sz="3000">
                <a:solidFill>
                  <a:srgbClr val="183D4D"/>
                </a:solidFill>
                <a:latin typeface="Inter"/>
              </a:rPr>
              <a:t>Workbook figures</a:t>
            </a:r>
          </a:p>
        </p:txBody>
      </p:sp>
      <p:graphicFrame>
        <p:nvGraphicFramePr>
          <p:cNvPr id="259" name="mleaf:flow-deck-table"/>
          <p:cNvGraphicFramePr>
            <a:graphicFrameLocks noGrp="1"/>
          </p:cNvGraphicFramePr>
          <p:nvPr/>
        </p:nvGraphicFramePr>
        <p:xfrm>
          <a:off x="571500" y="1524000"/>
          <a:ext cx="5238750" cy="3619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19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19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04875">
                <a:tc>
                  <a:txBody>
                    <a:bodyPr/>
                    <a:lstStyle/>
                    <a:p>
                      <a:pPr algn="l"/>
                      <a:r>
                        <a:rPr sz="1700" b="1">
                          <a:latin typeface="Arial"/>
                        </a:rPr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700" b="1">
                          <a:latin typeface="Arial"/>
                        </a:rPr>
                        <a:t>Revenue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04875">
                <a:tc>
                  <a:txBody>
                    <a:bodyPr/>
                    <a:lstStyle/>
                    <a:p>
                      <a:pPr algn="l"/>
                      <a:r>
                        <a:rPr sz="1700">
                          <a:latin typeface="Arial"/>
                        </a:rPr>
                        <a:t>Adelaide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700">
                          <a:latin typeface="Arial"/>
                        </a:rPr>
                        <a:t>412,000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04875">
                <a:tc>
                  <a:txBody>
                    <a:bodyPr/>
                    <a:lstStyle/>
                    <a:p>
                      <a:pPr algn="l"/>
                      <a:r>
                        <a:rPr sz="1700">
                          <a:latin typeface="Arial"/>
                        </a:rPr>
                        <a:t>Hong Kong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700">
                          <a:latin typeface="Arial"/>
                        </a:rPr>
                        <a:t>541,500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04875">
                <a:tc>
                  <a:txBody>
                    <a:bodyPr/>
                    <a:lstStyle/>
                    <a:p>
                      <a:pPr algn="l"/>
                      <a:r>
                        <a:rPr sz="1700">
                          <a:latin typeface="Arial"/>
                        </a:rPr>
                        <a:t>Singapore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700">
                          <a:latin typeface="Arial"/>
                        </a:rPr>
                        <a:t>297,000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260" name="mleaf:flow-deck-chart"/>
          <p:cNvGraphicFramePr>
            <a:graphicFrameLocks noGrp="1"/>
          </p:cNvGraphicFramePr>
          <p:nvPr/>
        </p:nvGraphicFramePr>
        <p:xfrm>
          <a:off x="6286500" y="1524000"/>
          <a:ext cx="5238750" cy="3619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DeckCraft">
  <a:themeElements>
    <a:clrScheme name="DeckCraft">
      <a:dk1>
        <a:srgbClr val="000000"/>
      </a:dk1>
      <a:lt1>
        <a:srgbClr val="FFFFFF"/>
      </a:lt1>
      <a:dk2>
        <a:srgbClr val="1E2B3C"/>
      </a:dk2>
      <a:lt2>
        <a:srgbClr val="EDEBE7"/>
      </a:lt2>
      <a:accent1>
        <a:srgbClr val="2E6FD8"/>
      </a:accent1>
      <a:accent2>
        <a:srgbClr val="F26B1D"/>
      </a:accent2>
      <a:accent3>
        <a:srgbClr val="2EA36F"/>
      </a:accent3>
      <a:accent4>
        <a:srgbClr val="8A5CD8"/>
      </a:accent4>
      <a:accent5>
        <a:srgbClr val="D83F6B"/>
      </a:accent5>
      <a:accent6>
        <a:srgbClr val="E3B21C"/>
      </a:accent6>
      <a:hlink>
        <a:srgbClr val="2E6FD8"/>
      </a:hlink>
      <a:folHlink>
        <a:srgbClr val="7A5BA6"/>
      </a:folHlink>
    </a:clrScheme>
    <a:fontScheme name="DeckCraft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DeckCraft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3000"/>
              </a:schemeClr>
            </a:gs>
            <a:gs pos="100000">
              <a:schemeClr val="phClr">
                <a:lumMod val="9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lumMod val="105000"/>
                <a:satMod val="103000"/>
              </a:schemeClr>
            </a:gs>
            <a:gs pos="100000">
              <a:schemeClr val="phClr">
                <a:lumMod val="80000"/>
              </a:schemeClr>
            </a:gs>
          </a:gsLst>
          <a:lin ang="5400000" scaled="0"/>
        </a:gradFill>
      </a:fillStyleLst>
      <a:lnStyleLst>
        <a:ln w="9525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76200" dist="38100" dir="5400000" algn="t" rotWithShape="0">
              <a:srgbClr val="000000">
                <a:alpha val="4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lumMod val="102000"/>
                <a:satMod val="103000"/>
              </a:schemeClr>
            </a:gs>
            <a:gs pos="100000">
              <a:schemeClr val="phClr">
                <a:lumMod val="85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</Words>
  <Application>Microsoft Macintosh PowerPoint</Application>
  <PresentationFormat>Widescreen</PresentationFormat>
  <Paragraphs>10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Inter</vt:lpstr>
      <vt:lpstr>Arial</vt:lpstr>
      <vt:lpstr>DeckCraft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Workbook deck</dc:title>
  <cp:keywords>mleafdeck=flow-deck mleafrevision=2807edd435bc5f5ad27c3bc5</cp:keywords>
  <cp:lastModifiedBy>Milleleaf</cp:lastModifiedBy>
  <cp:revision>1</cp:revision>
  <dcterms:modified xsi:type="dcterms:W3CDTF">2026-10-22T22:19:00Z</dcterms:modified>
</cp:coreProperties>
</file>