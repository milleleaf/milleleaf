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US"/>
              <a:t>Workbook figures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30-9641-9887-FB3E81D4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low-slide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flow-deck-title"/>
          <p:cNvSpPr txBox="1"/>
          <p:nvPr/>
        </p:nvSpPr>
        <p:spPr>
          <a:xfrm>
            <a:off x="571500" y="304800"/>
            <a:ext cx="104775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000">
                <a:solidFill>
                  <a:srgbClr val="183D4D"/>
                </a:solidFill>
                <a:latin typeface="Inter"/>
              </a:rPr>
              <a:t>Workbook figures</a:t>
            </a:r>
          </a:p>
        </p:txBody>
      </p:sp>
      <p:graphicFrame>
        <p:nvGraphicFramePr>
          <p:cNvPr id="259" name="mleaf:flow-deck-table"/>
          <p:cNvGraphicFramePr>
            <a:graphicFrameLocks noGrp="1"/>
          </p:cNvGraphicFramePr>
          <p:nvPr/>
        </p:nvGraphicFramePr>
        <p:xfrm>
          <a:off x="571500" y="1524000"/>
          <a:ext cx="523875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latin typeface="Arial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latin typeface="Arial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0" name="mleaf:flow-deck-chart"/>
          <p:cNvGraphicFramePr>
            <a:graphicFrameLocks noGrp="1"/>
          </p:cNvGraphicFramePr>
          <p:nvPr/>
        </p:nvGraphicFramePr>
        <p:xfrm>
          <a:off x="6286500" y="1524000"/>
          <a:ext cx="5238750" cy="3619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Inter</vt:lpstr>
      <vt:lpstr>Arial</vt:lpstr>
      <vt:lpstr>DeckCraft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Workbook deck</dc:title>
  <cp:keywords>mleafdeck=flow-deck mleafrevision=bf214ae065269d1153f3752a</cp:keywords>
  <cp:lastModifiedBy>Milleleaf</cp:lastModifiedBy>
  <cp:revision>1</cp:revision>
  <dcterms:modified xsi:type="dcterms:W3CDTF">2026-10-22T22:19:00Z</dcterms:modified>
</cp:coreProperties>
</file>