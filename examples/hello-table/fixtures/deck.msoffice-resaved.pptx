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t>Revenue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35-2B43-9F52-5881FF286F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headline: revenue up across all three regions.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b9f29acd-4be0-5345-b388-cb314338fa55">
    <p:bg>
      <p:bgPr>
        <a:solidFill>
          <a:srgbClr val="0F3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x:ed7bca33-ef98-5495-a223-3046476144b1"/>
          <p:cNvSpPr/>
          <p:nvPr/>
        </p:nvSpPr>
        <p:spPr>
          <a:xfrm>
            <a:off x="914400" y="2171700"/>
            <a:ext cx="1143000" cy="76200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9" name="ox:79cf7543-79e8-551e-992b-1899612ea818"/>
          <p:cNvSpPr txBox="1"/>
          <p:nvPr/>
        </p:nvSpPr>
        <p:spPr>
          <a:xfrm>
            <a:off x="914400" y="2381250"/>
            <a:ext cx="95250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5400" b="1">
                <a:solidFill>
                  <a:srgbClr val="FFFFFF"/>
                </a:solidFill>
                <a:latin typeface="Inter"/>
              </a:rPr>
              <a:t>Q3 Board Pack</a:t>
            </a:r>
          </a:p>
        </p:txBody>
      </p:sp>
      <p:sp>
        <p:nvSpPr>
          <p:cNvPr id="260" name="ox:b73a0317-a900-5035-8af5-41d456a76424"/>
          <p:cNvSpPr txBox="1"/>
          <p:nvPr/>
        </p:nvSpPr>
        <p:spPr>
          <a:xfrm>
            <a:off x="914400" y="34290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>
                <a:solidFill>
                  <a:srgbClr val="FFFFFF"/>
                </a:solidFill>
                <a:latin typeface="Inter"/>
              </a:rPr>
              <a:t>Finance &amp; operations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aa108021-6b33-5ae3-a0db-12b17e9592c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ox:9b9cc37c-57d8-5294-896e-305ec1757883"/>
          <p:cNvSpPr txBox="1"/>
          <p:nvPr/>
        </p:nvSpPr>
        <p:spPr>
          <a:xfrm>
            <a:off x="762000" y="533400"/>
            <a:ext cx="37909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300" b="1">
                <a:solidFill>
                  <a:srgbClr val="1D2433"/>
                </a:solidFill>
                <a:latin typeface="Inter"/>
              </a:rPr>
              <a:t>Revenue by region</a:t>
            </a:r>
          </a:p>
        </p:txBody>
      </p:sp>
      <p:graphicFrame>
        <p:nvGraphicFramePr>
          <p:cNvPr id="263" name="ox:987b7602-b694-53d2-b390-57f9d8ca3870"/>
          <p:cNvGraphicFramePr>
            <a:graphicFrameLocks noGrp="1"/>
          </p:cNvGraphicFramePr>
          <p:nvPr/>
        </p:nvGraphicFramePr>
        <p:xfrm>
          <a:off x="762000" y="1619250"/>
          <a:ext cx="49530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latin typeface="Inter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latin typeface="Inter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latin typeface="Inter"/>
                        </a:rPr>
                        <a:t>Adelaide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>
                          <a:latin typeface="Inter"/>
                        </a:rPr>
                        <a:t>$412,000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latin typeface="Inter"/>
                        </a:rPr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>
                          <a:latin typeface="Inter"/>
                        </a:rPr>
                        <a:t>$541,500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latin typeface="Inter"/>
                        </a:rPr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>
                          <a:latin typeface="Inter"/>
                        </a:rPr>
                        <a:t>$297,000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4" name="ox:23ddaa1c-1c51-5324-8860-64ed833aa77f"/>
          <p:cNvGraphicFramePr>
            <a:graphicFrameLocks noGrp="1"/>
          </p:cNvGraphicFramePr>
          <p:nvPr/>
        </p:nvGraphicFramePr>
        <p:xfrm>
          <a:off x="6477000" y="1619250"/>
          <a:ext cx="4953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5" name="ox:1f3d316c-9724-5069-b314-93f167a63dbb"/>
          <p:cNvSpPr txBox="1"/>
          <p:nvPr/>
        </p:nvSpPr>
        <p:spPr>
          <a:xfrm>
            <a:off x="762000" y="5143500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950">
                <a:solidFill>
                  <a:srgbClr val="1D2433"/>
                </a:solidFill>
                <a:latin typeface="Inter"/>
              </a:rPr>
              <a:t>Total revenue: </a:t>
            </a:r>
            <a:r>
              <a:rPr sz="1950" b="1">
                <a:solidFill>
                  <a:srgbClr val="1D2433"/>
                </a:solidFill>
                <a:latin typeface="Inter"/>
              </a:rPr>
              <a:t>$1,250,500</a:t>
            </a:r>
            <a:r>
              <a:rPr sz="1950">
                <a:solidFill>
                  <a:srgbClr val="1D2433"/>
                </a:solidFill>
                <a:latin typeface="Inter"/>
              </a:rPr>
              <a:t> across 3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ad37e397-d236-5002-af7e-3682fbb922a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x:5b80e2c4-11e9-59eb-ba28-26372e59d240"/>
          <p:cNvSpPr txBox="1"/>
          <p:nvPr/>
        </p:nvSpPr>
        <p:spPr>
          <a:xfrm>
            <a:off x="762000" y="533400"/>
            <a:ext cx="2195227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300" b="1">
                <a:solidFill>
                  <a:srgbClr val="1D2433"/>
                </a:solidFill>
                <a:latin typeface="Inter"/>
              </a:rPr>
              <a:t>Next steps</a:t>
            </a:r>
          </a:p>
        </p:txBody>
      </p:sp>
      <p:sp>
        <p:nvSpPr>
          <p:cNvPr id="268" name="ox:fe7234e8-6154-5a93-9672-691664c55a4c"/>
          <p:cNvSpPr txBox="1"/>
          <p:nvPr/>
        </p:nvSpPr>
        <p:spPr>
          <a:xfrm>
            <a:off x="762000" y="1619250"/>
            <a:ext cx="6415945" cy="17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Close Hong Kong FX restatement</a:t>
            </a:r>
          </a:p>
          <a:p>
            <a:pPr marL="228600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Singapore pipeline review</a:t>
            </a:r>
          </a:p>
          <a:p>
            <a:pPr marL="457200" lvl="1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Two enterprise renewals in November</a:t>
            </a:r>
          </a:p>
          <a:p>
            <a:pPr marL="228600" indent="-228600" algn="l">
              <a:buChar char="•"/>
            </a:pPr>
            <a:r>
              <a:rPr sz="2100" i="1">
                <a:solidFill>
                  <a:srgbClr val="1D2433"/>
                </a:solidFill>
                <a:latin typeface="Inter"/>
              </a:rPr>
              <a:t>Board decision:</a:t>
            </a:r>
            <a:r>
              <a:rPr sz="2100">
                <a:solidFill>
                  <a:srgbClr val="1D2433"/>
                </a:solidFill>
                <a:latin typeface="Inter"/>
              </a:rPr>
              <a:t> Adelaide expansion</a:t>
            </a:r>
          </a:p>
        </p:txBody>
      </p:sp>
      <p:pic>
        <p:nvPicPr>
          <p:cNvPr id="269" name="ox:3dd13f43-6346-534e-a04d-fb73fa6e896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0" y="1809750"/>
            <a:ext cx="3429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Macintosh PowerPoint</Application>
  <PresentationFormat>Widescreen</PresentationFormat>
  <Paragraphs>19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Inter</vt:lpstr>
      <vt:lpstr>Arial</vt:lpstr>
      <vt:lpstr>DeckCraft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Board Pack</dc:title>
  <cp:keywords>oxdeck=2af44a75-c514-5c87-b208-689fa8b15950 oxrevision=4eba5f41451b5c891f7ad2ee</cp:keywords>
  <cp:lastModifiedBy>Milleleaf</cp:lastModifiedBy>
  <cp:revision>1</cp:revision>
  <dcterms:modified xsi:type="dcterms:W3CDTF">2026-10-15T22:23:44Z</dcterms:modified>
</cp:coreProperties>
</file>