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r>
              <a:rPr lang="en-US"/>
              <a:t>Workbook figures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6A8F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Adelaide</c:v>
                </c:pt>
                <c:pt idx="1">
                  <c:v>Hong Kong</c:v>
                </c:pt>
                <c:pt idx="2">
                  <c:v>Singapore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412000</c:v>
                </c:pt>
                <c:pt idx="1">
                  <c:v>541500</c:v>
                </c:pt>
                <c:pt idx="2">
                  <c:v>297000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69-E44C-9A6F-E9EE78C799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001"/>
        <c:axId val="50002"/>
      </c:barChart>
      <c:catAx>
        <c:axId val="5000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50002"/>
        <c:crosses val="autoZero"/>
        <c:auto val="1"/>
        <c:lblAlgn val="ctr"/>
        <c:lblOffset val="100"/>
        <c:noMultiLvlLbl val="0"/>
      </c:catAx>
      <c:valAx>
        <c:axId val="50002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crossAx val="50001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endParaRPr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/>
          </a:p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endParaRPr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>
            <a:endParaRPr/>
          </a:p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eaf:flow-slide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mleaf:flow-deck-title"/>
          <p:cNvSpPr txBox="1"/>
          <p:nvPr/>
        </p:nvSpPr>
        <p:spPr>
          <a:xfrm>
            <a:off x="571500" y="3048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3000" dirty="0">
                <a:solidFill>
                  <a:srgbClr val="183D4D"/>
                </a:solidFill>
                <a:latin typeface="Inter"/>
              </a:rPr>
              <a:t>Workbook figures</a:t>
            </a:r>
            <a:r>
              <a:rPr lang="en-AU" sz="3000" dirty="0">
                <a:solidFill>
                  <a:srgbClr val="183D4D"/>
                </a:solidFill>
                <a:latin typeface="Inter"/>
              </a:rPr>
              <a:t> reviewed in PowerPoint</a:t>
            </a:r>
            <a:endParaRPr sz="3000" dirty="0">
              <a:solidFill>
                <a:srgbClr val="183D4D"/>
              </a:solidFill>
              <a:latin typeface="Inter"/>
            </a:endParaRPr>
          </a:p>
        </p:txBody>
      </p:sp>
      <p:graphicFrame>
        <p:nvGraphicFramePr>
          <p:cNvPr id="259" name="mleaf:flow-deck-table"/>
          <p:cNvGraphicFramePr>
            <a:graphicFrameLocks noGrp="1"/>
          </p:cNvGraphicFramePr>
          <p:nvPr/>
        </p:nvGraphicFramePr>
        <p:xfrm>
          <a:off x="571500" y="1524000"/>
          <a:ext cx="523875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latin typeface="Arial"/>
                        </a:rP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latin typeface="Arial"/>
                        </a:rPr>
                        <a:t>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latin typeface="Arial"/>
                        </a:rPr>
                        <a:t>Adelaide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700">
                          <a:latin typeface="Arial"/>
                        </a:rPr>
                        <a:t>412,000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latin typeface="Arial"/>
                        </a:rPr>
                        <a:t>Hong Kong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700">
                          <a:latin typeface="Arial"/>
                        </a:rPr>
                        <a:t>541,500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700">
                          <a:latin typeface="Arial"/>
                        </a:rPr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700">
                          <a:latin typeface="Arial"/>
                        </a:rPr>
                        <a:t>297,000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0" name="mleaf:flow-deck-chart"/>
          <p:cNvGraphicFramePr>
            <a:graphicFrameLocks noGrp="1"/>
          </p:cNvGraphicFramePr>
          <p:nvPr/>
        </p:nvGraphicFramePr>
        <p:xfrm>
          <a:off x="6286500" y="1524000"/>
          <a:ext cx="52387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Inter</vt:lpstr>
      <vt:lpstr>Arial</vt:lpstr>
      <vt:lpstr>DeckCraft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Workbook deck</dc:title>
  <cp:keywords>mleafdeck=flow-deck mleafrevision=bf214ae065269d1153f3752a</cp:keywords>
  <cp:lastModifiedBy>Milleleaf</cp:lastModifiedBy>
  <cp:revision>1</cp:revision>
  <dcterms:modified xsi:type="dcterms:W3CDTF">2026-10-22T22:19:33Z</dcterms:modified>
</cp:coreProperties>
</file>