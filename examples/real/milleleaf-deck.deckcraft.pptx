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Open with what Milleleaf is for: office files that keep their history, whichever app edits them.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Walk through the three promises; the second-level bullets are the detail.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The table is the point: merged cells span the app columns.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Each arrow is a connector attached to the boxes it joins.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Bars count round trips; the line shows losses falling as they were fixed.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The pie is the mix of formats; the combo puts both measures on one chart.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This picture is cropped on purpose: the crop must survive.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A plain table, no merges, for comparison with slide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End on the contact address and a way back to the start.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illeleaf.com" TargetMode="Externa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hello@milleleaf.com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a4dda6e5-3f88-50cc-a60f-0cfc36f762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mleaf:e17c8f5b-124a-538d-8210-832d1d49cd0d"/>
          <p:cNvSpPr txBox="1"/>
          <p:nvPr/>
        </p:nvSpPr>
        <p:spPr>
          <a:xfrm>
            <a:off x="685800" y="2130457"/>
            <a:ext cx="7772019" cy="14695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Milleleaf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mleaf:b06ff99a-fe58-5d2a-b929-271cce54c60c"/>
          <p:cNvSpPr txBox="1"/>
          <p:nvPr/>
        </p:nvSpPr>
        <p:spPr>
          <a:xfrm>
            <a:off x="1371600" y="3886200"/>
            <a:ext cx="6400419" cy="17521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41"/>
              </a:spcBef>
              <a:buNone/>
            </a:pPr>
            <a:r>
              <a:rPr sz="3200">
                <a:solidFill>
                  <a:srgbClr val="898989"/>
                </a:solidFill>
                <a:latin typeface="Calibri"/>
              </a:rPr>
              <a:t>Office files you can trust, from any app</a:t>
            </a:r>
            <a:endParaRPr sz="3200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260" name="mleaf:6dcc2557-f941-5d0a-8286-25fa9a8bb8c3" descr="mark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241280" y="365760"/>
            <a:ext cx="1676876" cy="1462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2c51316c-fa2f-5343-a4db-aa6cd152ef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mleaf:5df6afb0-d370-595c-9bb5-a4427b92acb7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What Milleleaf does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mleaf:2c3e6ccb-8456-5c29-94ea-c27cd4bbf21f"/>
          <p:cNvSpPr txBox="1"/>
          <p:nvPr/>
        </p:nvSpPr>
        <p:spPr>
          <a:xfrm>
            <a:off x="457200" y="1600200"/>
            <a:ext cx="8229219" cy="45255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Keeps every edit as a signed layer</a:t>
            </a:r>
            <a:endParaRPr sz="3200">
              <a:solidFill>
                <a:srgbClr val="000000"/>
              </a:solidFill>
              <a:latin typeface="Calibri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>
                <a:solidFill>
                  <a:srgbClr val="000000"/>
                </a:solidFill>
                <a:latin typeface="Calibri"/>
              </a:rPr>
              <a:t>Who changed what, and when, stays with the file</a:t>
            </a:r>
            <a:endParaRPr sz="2800">
              <a:solidFill>
                <a:srgbClr val="000000"/>
              </a:solidFill>
              <a:latin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Reads Word, Excel and PowerPoint files from any app</a:t>
            </a:r>
            <a:endParaRPr sz="3200">
              <a:solidFill>
                <a:srgbClr val="000000"/>
              </a:solidFill>
              <a:latin typeface="Calibri"/>
            </a:endParaRP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>
                <a:solidFill>
                  <a:srgbClr val="000000"/>
                </a:solidFill>
                <a:latin typeface="Calibri"/>
              </a:rPr>
              <a:t>Re-saves that change nothing come back as no change</a:t>
            </a:r>
            <a:endParaRPr sz="2800">
              <a:solidFill>
                <a:srgbClr val="000000"/>
              </a:solidFill>
              <a:latin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Says what it can't carry, instead of losing it quietly</a:t>
            </a:r>
            <a:endParaRPr sz="3200">
              <a:solidFill>
                <a:srgbClr val="000000"/>
              </a:solidFill>
              <a:latin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u="sng">
                <a:solidFill>
                  <a:srgbClr val="000000"/>
                </a:solidFill>
                <a:latin typeface="Calibri"/>
                <a:hlinkClick r:id="rId3"/>
              </a:rPr>
              <a:t>milleleaf.com</a:t>
            </a:r>
            <a:endParaRPr sz="3200" u="sng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fe484066-e0eb-58cf-a008-440e842b56c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mleaf:87145175-ada9-53e8-87bb-7ae36098a209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What comes back from each app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mleaf:d08f732f-2569-5de9-bd79-71c56621940e"/>
          <p:cNvSpPr txBox="1"/>
          <p:nvPr/>
        </p:nvSpPr>
        <p:spPr>
          <a:xfrm>
            <a:off x="4648295" y="1600200"/>
            <a:ext cx="4038124" cy="45255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>
                <a:solidFill>
                  <a:srgbClr val="000000"/>
                </a:solidFill>
                <a:latin typeface="Calibri"/>
              </a:rPr>
              <a:t>Re-saves are compared with what Milleleaf would export.</a:t>
            </a:r>
            <a:endParaRPr sz="280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68" name="mleaf:c13a316c-a4e6-54d1-ba22-3d1990e38814"/>
          <p:cNvGraphicFramePr>
            <a:graphicFrameLocks noGrp="1"/>
          </p:cNvGraphicFramePr>
          <p:nvPr/>
        </p:nvGraphicFramePr>
        <p:xfrm>
          <a:off x="457200" y="1600200"/>
          <a:ext cx="4038124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6073"/>
                <a:gridCol w="1346073"/>
                <a:gridCol w="1346073"/>
              </a:tblGrid>
              <a:tr h="548640">
                <a:tc row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Saved by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</a:p>
                  </a:txBody>
                  <a:tcPr marL="90000" marR="9000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48640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</a:p>
                  </a:txBody>
                  <a:tcPr marL="90000" marR="90000" marT="45720" marB="4572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LibreOffice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PowerPoint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Slides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Charts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ee934aa1-9f2f-56a4-8cc6-99db20fc969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mleaf:112d1341-5f3b-5774-b9f9-c9c8124aa696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How an edit comes back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mleaf:fe89d69a-83d4-5679-a3d3-ccad43f16ace"/>
          <p:cNvSpPr/>
          <p:nvPr/>
        </p:nvSpPr>
        <p:spPr>
          <a:xfrm>
            <a:off x="73152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Adopt</a:t>
            </a:r>
            <a:endParaRPr sz="1800">
              <a:solidFill>
                <a:srgbClr val="0B1326"/>
              </a:solidFill>
              <a:latin typeface="Calibri"/>
            </a:endParaRPr>
          </a:p>
        </p:txBody>
      </p:sp>
      <p:sp>
        <p:nvSpPr>
          <p:cNvPr id="272" name="mleaf:70cfccb9-8743-5ee2-8d22-d3833a134ac8"/>
          <p:cNvSpPr/>
          <p:nvPr/>
        </p:nvSpPr>
        <p:spPr>
          <a:xfrm>
            <a:off x="356616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Export</a:t>
            </a:r>
            <a:endParaRPr sz="1800">
              <a:solidFill>
                <a:srgbClr val="0B1326"/>
              </a:solidFill>
              <a:latin typeface="Calibri"/>
            </a:endParaRPr>
          </a:p>
        </p:txBody>
      </p:sp>
      <p:sp>
        <p:nvSpPr>
          <p:cNvPr id="273" name="mleaf:3d3b2f75-54d3-5bd3-8ff9-2a9378bc2943"/>
          <p:cNvSpPr/>
          <p:nvPr/>
        </p:nvSpPr>
        <p:spPr>
          <a:xfrm>
            <a:off x="640080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Edit anywhere</a:t>
            </a:r>
            <a:endParaRPr sz="1800">
              <a:solidFill>
                <a:srgbClr val="0B1326"/>
              </a:solidFill>
              <a:latin typeface="Calibri"/>
            </a:endParaRPr>
          </a:p>
        </p:txBody>
      </p:sp>
      <p:sp>
        <p:nvSpPr>
          <p:cNvPr id="274" name="mleaf:b66f34d0-0949-5c9c-819a-5041c656bd48"/>
          <p:cNvSpPr/>
          <p:nvPr/>
        </p:nvSpPr>
        <p:spPr>
          <a:xfrm>
            <a:off x="923544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Import</a:t>
            </a:r>
            <a:endParaRPr sz="1800">
              <a:solidFill>
                <a:srgbClr val="0B1326"/>
              </a:solidFill>
              <a:latin typeface="Calibri"/>
            </a:endParaRPr>
          </a:p>
        </p:txBody>
      </p:sp>
      <p:cxnSp>
        <p:nvCxnSpPr>
          <p:cNvPr id="275" name="mleaf:e8b48068-ea77-586c-ab43-627cb00f233d"/>
          <p:cNvCxnSpPr>
            <a:stCxn id="271" idx="3"/>
            <a:endCxn id="272" idx="1"/>
          </p:cNvCxnSpPr>
          <p:nvPr/>
        </p:nvCxnSpPr>
        <p:spPr>
          <a:xfrm>
            <a:off x="292608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6" name="mleaf:0229f7e3-cbf1-5f84-8efb-30ffee4db22b"/>
          <p:cNvCxnSpPr>
            <a:stCxn id="272" idx="3"/>
            <a:endCxn id="273" idx="1"/>
          </p:cNvCxnSpPr>
          <p:nvPr/>
        </p:nvCxnSpPr>
        <p:spPr>
          <a:xfrm>
            <a:off x="576072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7" name="mleaf:763fe3e3-fef1-5f8a-8a43-26372e2391ba"/>
          <p:cNvCxnSpPr>
            <a:stCxn id="273" idx="3"/>
            <a:endCxn id="274" idx="1"/>
          </p:cNvCxnSpPr>
          <p:nvPr/>
        </p:nvCxnSpPr>
        <p:spPr>
          <a:xfrm>
            <a:off x="859536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8" name="mleaf:ab78373f-7016-55cb-9826-f9af625bb9ae"/>
          <p:cNvCxnSpPr/>
          <p:nvPr/>
        </p:nvCxnSpPr>
        <p:spPr>
          <a:xfrm>
            <a:off x="731520" y="4389120"/>
            <a:ext cx="10241661" cy="381"/>
          </a:xfrm>
          <a:prstGeom prst="straightConnector1">
            <a:avLst/>
          </a:prstGeom>
          <a:noFill/>
          <a:ln w="19050">
            <a:solidFill>
              <a:srgbClr val="489557"/>
            </a:solidFill>
            <a:prstDash val="dash"/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d9a80f20-1e58-5d54-abaf-5b8a154225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mleaf:a4853a04-5b4d-5543-96ac-05ef78137a1b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A week of round trips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d26a4c28-8f12-5c03-9ffe-6cb0f1a48f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mleaf:1c3f0704-0f0a-589e-95fa-7282b64fdcef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Where the files come from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fce8316d-0d18-528c-ab9c-6300c6f3f4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mleaf:3931a9cf-2762-58da-8f6b-4844649bda74"/>
          <p:cNvSpPr txBox="1"/>
          <p:nvPr/>
        </p:nvSpPr>
        <p:spPr>
          <a:xfrm>
            <a:off x="1792415" y="4800600"/>
            <a:ext cx="5486019" cy="56626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The chart, as a picture</a:t>
            </a:r>
            <a:endParaRPr sz="20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85" name="mleaf:535f73ca-aa6c-563e-bc0a-7f2ebb8a8725" descr="chart.jpg"/>
          <p:cNvPicPr>
            <a:picLocks noChangeAspect="1"/>
          </p:cNvPicPr>
          <p:nvPr/>
        </p:nvPicPr>
        <p:blipFill rotWithShape="1">
          <a:blip r:embed="rId3"/>
          <a:srcRect l="8000" t="10000" r="5000" b="4000"/>
          <a:stretch>
            <a:fillRect/>
          </a:stretch>
        </p:blipFill>
        <p:spPr>
          <a:xfrm>
            <a:off x="1792415" y="612743"/>
            <a:ext cx="5486019" cy="4114419"/>
          </a:xfrm>
          <a:prstGeom prst="rect">
            <a:avLst/>
          </a:prstGeom>
        </p:spPr>
      </p:pic>
      <p:sp>
        <p:nvSpPr>
          <p:cNvPr id="287" name="mleaf:a79d358b-948a-58de-8699-2d23702ab6f6"/>
          <p:cNvSpPr txBox="1"/>
          <p:nvPr/>
        </p:nvSpPr>
        <p:spPr>
          <a:xfrm>
            <a:off x="1792415" y="5367242"/>
            <a:ext cx="5486019" cy="8045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1400">
                <a:solidFill>
                  <a:srgbClr val="000000"/>
                </a:solidFill>
                <a:latin typeface="Calibri"/>
              </a:rPr>
              <a:t>Made from slide 5's chart.</a:t>
            </a:r>
            <a:endParaRPr sz="140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97c0dd8d-a375-5dfa-82e0-612ec64d5d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mleaf:783617a4-9f7d-5fb8-b072-ad493db17293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Before and after</a:t>
            </a:r>
            <a:endParaRPr sz="44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mleaf:194a2640-dc98-5c48-83a4-6e5a553640c9"/>
          <p:cNvSpPr txBox="1"/>
          <p:nvPr/>
        </p:nvSpPr>
        <p:spPr>
          <a:xfrm>
            <a:off x="457200" y="1535049"/>
            <a:ext cx="4039934" cy="6393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79"/>
              </a:spcBef>
              <a:buNone/>
            </a:pPr>
            <a:r>
              <a:rPr sz="2400" b="1">
                <a:solidFill>
                  <a:srgbClr val="000000"/>
                </a:solidFill>
                <a:latin typeface="Calibri"/>
              </a:rPr>
              <a:t>Before</a:t>
            </a:r>
            <a:endParaRPr sz="24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mleaf:9681ce91-66e6-5999-98a0-e1988d51754e"/>
          <p:cNvSpPr txBox="1"/>
          <p:nvPr/>
        </p:nvSpPr>
        <p:spPr>
          <a:xfrm>
            <a:off x="4645057" y="1535049"/>
            <a:ext cx="4041362" cy="6393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79"/>
              </a:spcBef>
              <a:buNone/>
            </a:pPr>
            <a:r>
              <a:rPr sz="2400" b="1">
                <a:solidFill>
                  <a:srgbClr val="000000"/>
                </a:solidFill>
                <a:latin typeface="Calibri"/>
              </a:rPr>
              <a:t>After</a:t>
            </a:r>
            <a:endParaRPr sz="2400" b="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92" name="mleaf:9a9d4429-ffc4-514f-bd70-68ca13e2bfb1"/>
          <p:cNvGraphicFramePr>
            <a:graphicFrameLocks noGrp="1"/>
          </p:cNvGraphicFramePr>
          <p:nvPr/>
        </p:nvGraphicFramePr>
        <p:xfrm>
          <a:off x="731520" y="2377440"/>
          <a:ext cx="10515219" cy="14626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/>
                <a:gridCol w="5257800"/>
              </a:tblGrid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  <a:endParaRPr sz="18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Losses went unnoticed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Every loss is listed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One app's view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Any app's re-save</a:t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1440" marR="91440" marT="45720" marB="45720" anchor="t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85246511-9134-54ab-bf41-5aee5d04e0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mleaf:119b3989-72c9-50df-ae8e-4dbc13d49f4e"/>
          <p:cNvSpPr txBox="1"/>
          <p:nvPr/>
        </p:nvSpPr>
        <p:spPr>
          <a:xfrm>
            <a:off x="722185" y="4406741"/>
            <a:ext cx="7772019" cy="1361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4000" b="1">
                <a:solidFill>
                  <a:srgbClr val="000000"/>
                </a:solidFill>
                <a:latin typeface="Calibri"/>
              </a:rPr>
              <a:t>Talk to us</a:t>
            </a:r>
            <a:endParaRPr sz="40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mleaf:52cb8aaf-58b4-557a-bb3c-ec7236b79f07"/>
          <p:cNvSpPr txBox="1"/>
          <p:nvPr/>
        </p:nvSpPr>
        <p:spPr>
          <a:xfrm>
            <a:off x="722185" y="2906649"/>
            <a:ext cx="7772019" cy="14998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sz="2000" u="sng">
                <a:solidFill>
                  <a:srgbClr val="898989"/>
                </a:solidFill>
                <a:latin typeface="Calibri"/>
                <a:hlinkClick r:id="rId3"/>
              </a:rPr>
              <a:t>hello@milleleaf.com</a:t>
            </a:r>
            <a:endParaRPr sz="2000" u="sng">
              <a:solidFill>
                <a:srgbClr val="898989"/>
              </a:solidFill>
              <a:latin typeface="Calibri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sz="2000" u="sng">
                <a:solidFill>
                  <a:srgbClr val="898989"/>
                </a:solidFill>
                <a:latin typeface="Calibri"/>
              </a:rPr>
              <a:t>Back to the start</a:t>
            </a:r>
            <a:endParaRPr sz="2000" u="sng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296" name="mleaf:b7e5fa70-def2-5cf6-bac7-32a86718c29c" descr="mark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241280" y="365760"/>
            <a:ext cx="1676876" cy="1462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9</Slides>
  <Notes>9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milleleaf-deck.impress</dc:title>
  <cp:keywords>mleafdeck=1384e197-120e-59ea-b738-9941afeb276f mleafrevision=b795dbd3073d14f0fea568b9</cp:keywords>
</cp:coreProperties>
</file>