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Round trips and losses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Losses found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The same week, as lines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Losses found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Files checked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Word</c:v>
                </c:pt>
                <c:pt idx="1">
                  <c:v>Excel</c:v>
                </c:pt>
                <c:pt idx="2">
                  <c:v>PowerPoint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Round trips (bars) and losses (line)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Losses found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what Milleleaf is for: office files that keep their history, whichever app edits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three promises; the second-level bullets are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is the point: merged cells span the app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arrow is a connector attached to the boxes it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Bars count round trips; the line shows losses falling as they were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pie is the mix of formats; the combo puts both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picture is cropped on purpose: the crop must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 table, no merges, for comparison with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contact address and a way back to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illeleaf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hello@milleleaf.com" TargetMode="External"/><Relationship Id="rId4" Type="http://schemas.openxmlformats.org/officeDocument/2006/relationships/slide" Target="slide1.xm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Milleleaf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files you can trust, from any app</a:t>
            </a:r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65760"/>
            <a:ext cx="1677248" cy="1463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Milleleaf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Keeps every edit as a signed layer</a:t>
            </a:r>
          </a:p>
          <a:p>
            <a:pPr lvl="1"/>
            <a:r>
              <a:t>Who changed what, and when, stays with the file</a:t>
            </a:r>
          </a:p>
          <a:p>
            <a:pPr/>
            <a:r>
              <a:t>Reads Word, Excel and PowerPoint files from any app</a:t>
            </a:r>
          </a:p>
          <a:p>
            <a:pPr lvl="1"/>
            <a:r>
              <a:t>Re-saves that change nothing come back as no change</a:t>
            </a:r>
          </a:p>
          <a:p>
            <a:pPr/>
            <a:r>
              <a:t>Says what it can't carry, instead of losing it quietly</a:t>
            </a:r>
          </a:p>
          <a:p>
            <a:r>
              <a:rPr>
                <a:hlinkClick r:id="rId3"/>
              </a:rPr>
              <a:t>milleleaf.com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comes back from each app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Re-saves are compared with what Milleleaf would export.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4038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548640">
                <a:tc rowSpan="2"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Saved by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LibreOffice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PowerPoint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an edit comes 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Adopt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Edit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Import</a:t>
            </a:r>
          </a:p>
        </p:txBody>
      </p:sp>
      <p:cxnSp>
        <p:nvCxnSpPr>
          <p:cNvPr id="7" name="Connector 6"/>
          <p:cNvCxnSpPr>
            <a:stCxn id="3" idx="3"/>
            <a:endCxn id="4" idx="1"/>
          </p:cNvCxnSpPr>
          <p:nvPr/>
        </p:nvCxnSpPr>
        <p:spPr>
          <a:xfrm flipV="1">
            <a:off x="2926080" y="3291840"/>
            <a:ext cx="640080" cy="0"/>
          </a:xfrm>
          <a:prstGeom prst="line">
            <a:avLst/>
          </a:prstGeom>
          <a:ln w="19050">
            <a:solidFill>
              <a:srgbClr val="0B13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 flipV="1">
            <a:off x="5760720" y="3291840"/>
            <a:ext cx="640080" cy="0"/>
          </a:xfrm>
          <a:prstGeom prst="line">
            <a:avLst/>
          </a:prstGeom>
          <a:ln w="19050">
            <a:solidFill>
              <a:srgbClr val="0B13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8595360" y="3291840"/>
            <a:ext cx="640080" cy="0"/>
          </a:xfrm>
          <a:prstGeom prst="line">
            <a:avLst/>
          </a:prstGeom>
          <a:ln w="19050">
            <a:solidFill>
              <a:srgbClr val="0B13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389120"/>
            <a:ext cx="10241280" cy="0"/>
          </a:xfrm>
          <a:prstGeom prst="line">
            <a:avLst/>
          </a:prstGeom>
          <a:ln w="19050">
            <a:solidFill>
              <a:srgbClr val="4895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week of round trips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463040"/>
          <a:ext cx="548640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files come from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1206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35040" y="1463040"/>
          <a:ext cx="566928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chart, as a picture</a:t>
            </a:r>
          </a:p>
        </p:txBody>
      </p:sp>
      <p:pic>
        <p:nvPicPr>
          <p:cNvPr id="3" name="Picture Placeholder 2" descr="chart.jp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000" r="5000" t="10000" b="40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Made from slide 5's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87680"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Losses went unnoticed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loss is listed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One app's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app's re-save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 to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hlinkClick r:id="rId3"/>
              </a:rPr>
              <a:t>hello@milleleaf.com</a:t>
            </a:r>
          </a:p>
          <a:p>
            <a:r>
              <a:rPr>
                <a:hlinkClick r:id="rId4" action="ppaction://hlinksldjump"/>
              </a:rPr>
              <a:t>Back to the start</a:t>
            </a:r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65760"/>
            <a:ext cx="1677248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Milleleaf</dc:title>
  <dc:subject/>
  <dc:creator>Milleleaf</dc:creator>
  <cp:keywords/>
  <dc:description>generated using python-pptx</dc:description>
  <cp:lastModifiedBy>Milleleaf</cp:lastModifiedBy>
  <cp:revision>1</cp:revision>
  <dcterms:created xsi:type="dcterms:W3CDTF">2013-01-27T09:14:16Z</dcterms:created>
  <dcterms:modified xsi:type="dcterms:W3CDTF">2013-01-27T09:15:58Z</dcterms:modified>
  <cp:category/>
</cp:coreProperties>
</file>