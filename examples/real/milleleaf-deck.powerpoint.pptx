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Round trips and losses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Round trips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D-A74A-A277-C100569482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Losses found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2D-A74A-A277-C100569482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The same week, as lines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 trips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D1-F042-9E93-CC2A3CE7E8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Losses found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D1-F042-9E93-CC2A3CE7E8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Files checked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Word</c:v>
                </c:pt>
                <c:pt idx="1">
                  <c:v>Excel</c:v>
                </c:pt>
                <c:pt idx="2">
                  <c:v>PowerPoint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B7-134E-BB39-4298BE2641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Round trips (bars) and losses (line)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Round trips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E5-3749-9597-BE667476D9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Losses found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3E5-3749-9597-BE667476D9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243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what Milleleaf is for: office files that keep their history, whichever app edits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three promises; the second-level bullets are the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table is the point: merged cells span the app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arrow is a connector attached to the boxes it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Bars count round trips; the line shows losses falling as they were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pie is the mix of formats; the combo puts both measures on one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picture is cropped on purpose: the crop must survive.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plain table, no merges, for comparison with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on the contact address and a way back to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lleleaf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hello@milleleaf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Milleleaf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Office files you can trust, from any app</a:t>
            </a:r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65760"/>
            <a:ext cx="1677248" cy="1463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Milleleaf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Keeps every edit as a signed layer</a:t>
            </a:r>
          </a:p>
          <a:p>
            <a:pPr lvl="1"/>
            <a:r>
              <a:t>Who changed what, and when, stays with the file</a:t>
            </a:r>
          </a:p>
          <a:p>
            <a:r>
              <a:t>Reads Word, Excel and PowerPoint files from any app</a:t>
            </a:r>
          </a:p>
          <a:p>
            <a:pPr lvl="1"/>
            <a:r>
              <a:t>Re-saves that change nothing come back as no change</a:t>
            </a:r>
          </a:p>
          <a:p>
            <a:r>
              <a:t>Says what it can't carry, instead of losing it quietly</a:t>
            </a:r>
          </a:p>
          <a:p>
            <a:r>
              <a:rPr>
                <a:hlinkClick r:id="rId3"/>
              </a:rPr>
              <a:t>milleleaf.com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comes back from each app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Re-saves are compared with what Milleleaf would export.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4038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 rowSpan="2"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Saved by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LibreOffice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PowerPoint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an edit comes 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2194560" cy="1097280"/>
          </a:xfrm>
          <a:prstGeom prst="roundRect">
            <a:avLst/>
          </a:prstGeom>
          <a:solidFill>
            <a:srgbClr val="97DBC2"/>
          </a:solidFill>
          <a:ln w="25400">
            <a:solidFill>
              <a:srgbClr val="09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B1326"/>
                </a:solidFill>
              </a:rPr>
              <a:t>Adopt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2743200"/>
            <a:ext cx="2194560" cy="1097280"/>
          </a:xfrm>
          <a:prstGeom prst="roundRect">
            <a:avLst/>
          </a:prstGeom>
          <a:solidFill>
            <a:srgbClr val="97DBC2"/>
          </a:solidFill>
          <a:ln w="25400">
            <a:solidFill>
              <a:srgbClr val="09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B1326"/>
                </a:solidFill>
              </a:rPr>
              <a:t>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743200"/>
            <a:ext cx="2194560" cy="1097280"/>
          </a:xfrm>
          <a:prstGeom prst="roundRect">
            <a:avLst/>
          </a:prstGeom>
          <a:solidFill>
            <a:srgbClr val="97DBC2"/>
          </a:solidFill>
          <a:ln w="25400">
            <a:solidFill>
              <a:srgbClr val="09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B1326"/>
                </a:solidFill>
              </a:rPr>
              <a:t>Edit anywhere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2743200"/>
            <a:ext cx="2194560" cy="1097280"/>
          </a:xfrm>
          <a:prstGeom prst="roundRect">
            <a:avLst/>
          </a:prstGeom>
          <a:solidFill>
            <a:srgbClr val="97DBC2"/>
          </a:solidFill>
          <a:ln w="25400">
            <a:solidFill>
              <a:srgbClr val="09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B1326"/>
                </a:solidFill>
              </a:rPr>
              <a:t>Import</a:t>
            </a:r>
          </a:p>
        </p:txBody>
      </p:sp>
      <p:cxnSp>
        <p:nvCxnSpPr>
          <p:cNvPr id="7" name="Connector 6"/>
          <p:cNvCxnSpPr>
            <a:stCxn id="3" idx="3"/>
            <a:endCxn id="4" idx="1"/>
          </p:cNvCxnSpPr>
          <p:nvPr/>
        </p:nvCxnSpPr>
        <p:spPr>
          <a:xfrm flipV="1">
            <a:off x="2926080" y="3291840"/>
            <a:ext cx="640080" cy="0"/>
          </a:xfrm>
          <a:prstGeom prst="line">
            <a:avLst/>
          </a:prstGeom>
          <a:ln w="19050">
            <a:solidFill>
              <a:srgbClr val="0B13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4" idx="3"/>
            <a:endCxn id="5" idx="1"/>
          </p:cNvCxnSpPr>
          <p:nvPr/>
        </p:nvCxnSpPr>
        <p:spPr>
          <a:xfrm flipV="1">
            <a:off x="5760720" y="3291840"/>
            <a:ext cx="640080" cy="0"/>
          </a:xfrm>
          <a:prstGeom prst="line">
            <a:avLst/>
          </a:prstGeom>
          <a:ln w="19050">
            <a:solidFill>
              <a:srgbClr val="0B13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 flipV="1">
            <a:off x="8595360" y="3291840"/>
            <a:ext cx="640080" cy="0"/>
          </a:xfrm>
          <a:prstGeom prst="line">
            <a:avLst/>
          </a:prstGeom>
          <a:ln w="19050">
            <a:solidFill>
              <a:srgbClr val="0B13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389120"/>
            <a:ext cx="10241280" cy="0"/>
          </a:xfrm>
          <a:prstGeom prst="line">
            <a:avLst/>
          </a:prstGeom>
          <a:ln w="19050">
            <a:solidFill>
              <a:srgbClr val="4895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week of round trips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54864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463040"/>
          <a:ext cx="54864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files come from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51206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35040" y="1463040"/>
          <a:ext cx="56692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chart, as a picture</a:t>
            </a:r>
          </a:p>
        </p:txBody>
      </p:sp>
      <p:pic>
        <p:nvPicPr>
          <p:cNvPr id="3" name="Picture Placeholder 2" descr="chart.jp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000" t="10000" r="5000" b="40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Made from slide 5's 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774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t>Losses went unnoticed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Every loss is listed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t>One app's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Any app's re-save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Talk to 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hlinkClick r:id="rId3"/>
              </a:rPr>
              <a:t>hello@milleleaf.com</a:t>
            </a:r>
          </a:p>
          <a:p>
            <a:r>
              <a:rPr>
                <a:hlinkClick r:id="rId4" action="ppaction://hlinksldjump"/>
              </a:rPr>
              <a:t>Back to the start</a:t>
            </a:r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65760"/>
            <a:ext cx="1677248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303</Words>
  <Application>Microsoft Macintosh PowerPoint</Application>
  <PresentationFormat>Widescreen</PresentationFormat>
  <Paragraphs>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Milleleaf</vt:lpstr>
      <vt:lpstr>What Milleleaf does</vt:lpstr>
      <vt:lpstr>What comes back from each app</vt:lpstr>
      <vt:lpstr>How an edit comes back</vt:lpstr>
      <vt:lpstr>A week of round trips</vt:lpstr>
      <vt:lpstr>Where the files come from</vt:lpstr>
      <vt:lpstr>The chart, as a picture</vt:lpstr>
      <vt:lpstr>Before and after</vt:lpstr>
      <vt:lpstr>Talk to 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Milleleaf</dc:title>
  <dc:subject/>
  <dc:creator>Milleleaf</dc:creator>
  <cp:keywords/>
  <dc:description>generated using python-pptx</dc:description>
  <cp:lastModifiedBy>Milleleaf</cp:lastModifiedBy>
  <cp:revision>1</cp:revision>
  <dcterms:created xsi:type="dcterms:W3CDTF">2013-01-27T09:14:16Z</dcterms:created>
  <dcterms:modified xsi:type="dcterms:W3CDTF">2026-10-22T02:54:05Z</dcterms:modified>
  <cp:category/>
</cp:coreProperties>
</file>