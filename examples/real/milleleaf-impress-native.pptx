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A5A0BDD-4F45-4127-B5C2-DA85DE4B9D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deck was authored by a LibreOffice Basic macro, not by a library.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second line is a level-two bullet; the link is a URL field.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Each connector is glued to the boxes it joins.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header cells are merged across and down.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074CFA-FA04-4AC7-AE03-5F4A424A72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33F64B-291C-439D-8B52-D6768285D9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F0600-BBE7-468F-9272-FED031F569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D73BF8-E93C-46D8-9629-57B79C9AAE2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milleleaf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mailto:hello@milleleaf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Milleleaf, made in Impress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 deck LibreOffice wrote itself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What it checks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Titles and lists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Links: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hlinkClick r:id="rId1"/>
              </a:rPr>
              <a:t>milleleaf.com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Boxes and connectors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40000" y="2880000"/>
            <a:ext cx="1800000" cy="900000"/>
          </a:xfrm>
          <a:prstGeom prst="roundRect">
            <a:avLst/>
          </a:prstGeom>
          <a:solidFill>
            <a:srgbClr val="97dbc2"/>
          </a:solidFill>
          <a:ln w="25200">
            <a:solidFill>
              <a:srgbClr val="09c8ba"/>
            </a:solidFill>
            <a:round/>
          </a:ln>
        </p:spPr>
        <p:txBody>
          <a:bodyPr lIns="102600" rIns="102600" tIns="57600" bIns="57600" anchor="ctr" anchorCtr="1">
            <a:noAutofit/>
          </a:bodyPr>
          <a:p>
            <a:r>
              <a:rPr b="0" lang="en-US" sz="1800" spc="-1" strike="noStrike">
                <a:solidFill>
                  <a:srgbClr val="0b1326"/>
                </a:solidFill>
                <a:latin typeface="Arial"/>
              </a:rPr>
              <a:t>Adopt</a:t>
            </a:r>
            <a:endParaRPr b="0" lang="en-US" sz="1800" spc="-1" strike="noStrike">
              <a:solidFill>
                <a:srgbClr val="0b1326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780000" y="2880000"/>
            <a:ext cx="1800000" cy="900000"/>
          </a:xfrm>
          <a:prstGeom prst="roundRect">
            <a:avLst/>
          </a:prstGeom>
          <a:solidFill>
            <a:srgbClr val="97dbc2"/>
          </a:solidFill>
          <a:ln w="25200">
            <a:solidFill>
              <a:srgbClr val="09c8ba"/>
            </a:solidFill>
            <a:round/>
          </a:ln>
        </p:spPr>
        <p:txBody>
          <a:bodyPr lIns="102600" rIns="102600" tIns="57600" bIns="57600" anchor="ctr" anchorCtr="1">
            <a:noAutofit/>
          </a:bodyPr>
          <a:p>
            <a:r>
              <a:rPr b="0" lang="en-US" sz="1800" spc="-1" strike="noStrike">
                <a:solidFill>
                  <a:srgbClr val="0b1326"/>
                </a:solidFill>
                <a:latin typeface="Arial"/>
              </a:rPr>
              <a:t>Edit</a:t>
            </a:r>
            <a:endParaRPr b="0" lang="en-US" sz="1800" spc="-1" strike="noStrike">
              <a:solidFill>
                <a:srgbClr val="0b1326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020000" y="2880000"/>
            <a:ext cx="1800000" cy="900000"/>
          </a:xfrm>
          <a:prstGeom prst="roundRect">
            <a:avLst/>
          </a:prstGeom>
          <a:solidFill>
            <a:srgbClr val="97dbc2"/>
          </a:solidFill>
          <a:ln w="25200">
            <a:solidFill>
              <a:srgbClr val="09c8ba"/>
            </a:solidFill>
            <a:round/>
          </a:ln>
        </p:spPr>
        <p:txBody>
          <a:bodyPr lIns="102600" rIns="102600" tIns="57600" bIns="57600" anchor="ctr" anchorCtr="1">
            <a:noAutofit/>
          </a:bodyPr>
          <a:p>
            <a:r>
              <a:rPr b="0" lang="en-US" sz="1800" spc="-1" strike="noStrike">
                <a:solidFill>
                  <a:srgbClr val="0b1326"/>
                </a:solidFill>
                <a:latin typeface="Arial"/>
              </a:rPr>
              <a:t>Import</a:t>
            </a:r>
            <a:endParaRPr b="0" lang="en-US" sz="1800" spc="-1" strike="noStrike">
              <a:solidFill>
                <a:srgbClr val="0b1326"/>
              </a:solidFill>
              <a:latin typeface="Arial"/>
            </a:endParaRPr>
          </a:p>
        </p:txBody>
      </p:sp>
      <p:cxnSp>
        <p:nvCxnSpPr>
          <p:cNvPr id="24" name=""/>
          <p:cNvCxnSpPr>
            <a:stCxn id="21" idx="3"/>
            <a:endCxn id="22" idx="1"/>
          </p:cNvCxnSpPr>
          <p:nvPr/>
        </p:nvCxnSpPr>
        <p:spPr>
          <a:xfrm>
            <a:off x="2340000" y="3330000"/>
            <a:ext cx="1440360" cy="36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25" name=""/>
          <p:cNvCxnSpPr>
            <a:stCxn id="22" idx="3"/>
            <a:endCxn id="23" idx="1"/>
          </p:cNvCxnSpPr>
          <p:nvPr/>
        </p:nvCxnSpPr>
        <p:spPr>
          <a:xfrm>
            <a:off x="5580000" y="3330000"/>
            <a:ext cx="1440360" cy="36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 table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" name=""/>
          <p:cNvGraphicFramePr/>
          <p:nvPr/>
        </p:nvGraphicFramePr>
        <p:xfrm>
          <a:off x="720000" y="1800000"/>
          <a:ext cx="6480000" cy="1620000"/>
        </p:xfrm>
        <a:graphic>
          <a:graphicData uri="http://schemas.openxmlformats.org/drawingml/2006/table">
            <a:tbl>
              <a:tblPr/>
              <a:tblGrid>
                <a:gridCol w="2160000"/>
                <a:gridCol w="2160000"/>
                <a:gridCol w="2160000"/>
              </a:tblGrid>
              <a:tr h="432000">
                <a:tc rowSpan="2"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Format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Saved by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Impress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PowerPoint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32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Slides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kept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kept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28" name=""/>
          <p:cNvSpPr txBox="1"/>
          <p:nvPr/>
        </p:nvSpPr>
        <p:spPr>
          <a:xfrm>
            <a:off x="720000" y="3780000"/>
            <a:ext cx="43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Write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hello@milleleaf.com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2026-10-22T01:41:54Z</dcterms:modified>
  <cp:revision>1</cp:revision>
  <dc:subject/>
  <dc:title/>
</cp:coreProperties>
</file>