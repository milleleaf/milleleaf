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11430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lleleaf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ello@milleleaf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x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</a:p>
        </p:txBody>
      </p:sp>
      <p:sp>
        <p:nvSpPr>
          <p:cNvPr id="259" name="ox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ctr">
              <a:spcBef>
                <a:spcPts val="641"/>
              </a:spcBef>
            </a:pPr>
            <a:r>
              <a:rPr sz="3200" dirty="0">
                <a:solidFill>
                  <a:srgbClr val="898989"/>
                </a:solidFill>
                <a:latin typeface="Calibri"/>
              </a:rPr>
              <a:t>Office files you can trust, from any app</a:t>
            </a:r>
            <a:r>
              <a:rPr lang="en-AU" sz="3200" dirty="0">
                <a:solidFill>
                  <a:srgbClr val="898989"/>
                </a:solidFill>
                <a:latin typeface="Calibri"/>
              </a:rPr>
              <a:t> (revised)</a:t>
            </a:r>
            <a:endParaRPr sz="3200" dirty="0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260" name="ox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ox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</a:p>
        </p:txBody>
      </p:sp>
      <p:sp>
        <p:nvSpPr>
          <p:cNvPr id="264" name="ox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ox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</a:p>
        </p:txBody>
      </p:sp>
      <p:sp>
        <p:nvSpPr>
          <p:cNvPr id="267" name="ox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</a:p>
        </p:txBody>
      </p:sp>
      <p:graphicFrame>
        <p:nvGraphicFramePr>
          <p:cNvPr id="268" name="ox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ox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</a:p>
        </p:txBody>
      </p:sp>
      <p:sp>
        <p:nvSpPr>
          <p:cNvPr id="271" name="ox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</a:p>
        </p:txBody>
      </p:sp>
      <p:sp>
        <p:nvSpPr>
          <p:cNvPr id="272" name="ox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</a:p>
        </p:txBody>
      </p:sp>
      <p:sp>
        <p:nvSpPr>
          <p:cNvPr id="273" name="ox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</a:p>
        </p:txBody>
      </p:sp>
      <p:sp>
        <p:nvSpPr>
          <p:cNvPr id="274" name="ox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</a:p>
        </p:txBody>
      </p:sp>
      <p:cxnSp>
        <p:nvCxnSpPr>
          <p:cNvPr id="275" name="ox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ox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ox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ox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ox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ox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ox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</a:p>
        </p:txBody>
      </p:sp>
      <p:pic>
        <p:nvPicPr>
          <p:cNvPr id="285" name="ox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ox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ox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</a:p>
        </p:txBody>
      </p:sp>
      <p:sp>
        <p:nvSpPr>
          <p:cNvPr id="290" name="ox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</a:p>
        </p:txBody>
      </p:sp>
      <p:sp>
        <p:nvSpPr>
          <p:cNvPr id="291" name="ox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</a:p>
        </p:txBody>
      </p:sp>
      <p:graphicFrame>
        <p:nvGraphicFramePr>
          <p:cNvPr id="292" name="ox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ox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</a:p>
        </p:txBody>
      </p:sp>
      <p:sp>
        <p:nvSpPr>
          <p:cNvPr id="295" name="ox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</a:p>
        </p:txBody>
      </p:sp>
      <p:pic>
        <p:nvPicPr>
          <p:cNvPr id="296" name="ox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Microsoft Macintosh PowerPoint</Application>
  <PresentationFormat>Widescreen</PresentationFormat>
  <Paragraphs>51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Inter</vt:lpstr>
      <vt:lpstr>Arial</vt:lpstr>
      <vt:lpstr>Calibri</vt:lpstr>
      <vt:lpstr>DeckCraft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oxdeck=1384e197-120e-59ea-b738-9941afeb276f oxrevision=477d97266814a05458b7bdc3</cp:keywords>
  <cp:lastModifiedBy>Milleleaf</cp:lastModifiedBy>
  <cp:revision>2</cp:revision>
  <dcterms:modified xsi:type="dcterms:W3CDTF">2026-10-22T02:53:44Z</dcterms:modified>
</cp:coreProperties>
</file>