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AE0E684-77EB-4783-9F4A-F1FF19E85E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 with what Milleleaf is for: office files that keep their history, whichever app edits them.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three promises; the second-level bullets are the detail.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table is the point: merged cells span the app columns.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Each arrow is a connector attached to the boxes it joins.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Bars count round trips; the line shows losses falling as they were fixed.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pie is the mix of formats; the combo puts both measures on one chart.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picture is cropped on purpose: the crop must survive.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plain table, no merges, for comparison with slide 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857160" y="1143000"/>
            <a:ext cx="5143320" cy="342864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846320"/>
            <a:ext cx="5486040" cy="329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End on the contact address and a way back to the start.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E2D14-0416-4921-9A40-1E10B88A9E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DF8EE0-6484-44CD-9096-706B26A297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BB5F23-2A61-4F8B-A4A0-DB7BB76C4F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9BAC58C-76D4-4604-8628-5DE22CD331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35D47B7-E68D-4411-AC5E-287A3D78E5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F61F45D-0BC8-490D-A76C-FCC816B5D5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A30BBDF-793F-4A36-8737-3ADBB2A0C7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AFC8C4C-55E7-49D1-864E-FF9C45466C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2A530E7-D63C-4076-83CC-53B1E633BF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1602B4B-6317-4BD1-9C36-83B25EBCAF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793309D-650A-4186-86F4-E438285C45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174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CFF85F-4A13-4F85-8070-08F20299DE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ADBB32-B0C8-43CE-A992-2EDABD609D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8280"/>
            <a:ext cx="270468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62120" y="368280"/>
            <a:ext cx="7772040" cy="58161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DE6E53-A683-43BB-96A8-F25C518DA8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1066752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3BFF36-9B0D-4A20-9463-548C95D7EA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5480" y="1714680"/>
            <a:ext cx="1054080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25480" y="4597560"/>
            <a:ext cx="10540800" cy="149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998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2B1586-6C7E-42DB-9E55-B19A912BD4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6212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97760" y="1828800"/>
            <a:ext cx="5231880" cy="43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5CE9C7-B8DB-4DA7-B91F-C776CA429D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6212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6212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48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97760" y="1689120"/>
            <a:ext cx="5231880" cy="7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97760" y="2514600"/>
            <a:ext cx="5231880" cy="366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48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F42929-1A13-4DE3-92CA-920505C2DA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62120" y="368280"/>
            <a:ext cx="10667520" cy="132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C80DD9-1815-4145-B6A0-078FCBDA74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9B73CA-85AD-4A3C-85D0-454FD28D14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Inte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6D4A4D-B31F-4FF6-9486-008B2A2C51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408888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Inter"/>
              </a:rPr>
              <a:t>Click to edit the title text format</a:t>
            </a:r>
            <a:endParaRPr b="0" lang="en-US" sz="32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232240" y="990720"/>
            <a:ext cx="619740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762120" y="2057400"/>
            <a:ext cx="40888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Inter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76212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0040"/>
            <a:ext cx="41144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86800" y="6350040"/>
            <a:ext cx="2742840" cy="35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56C377-C0BE-4C8E-9502-8C0609B2AE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Inte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milleleaf.com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mailto:hello@milleleaf.co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x:e17c8f5b-124a-538d-8210-832d1d49cd0d"/>
          <p:cNvSpPr/>
          <p:nvPr/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Milleleaf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ox:b06ff99a-fe58-5d2a-b929-271cce54c60c"/>
          <p:cNvSpPr/>
          <p:nvPr/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898989"/>
                </a:solidFill>
                <a:latin typeface="Calibri"/>
              </a:rPr>
              <a:t>Office files you can trust, from any app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ox:6dcc2557-f941-5d0a-8286-25fa9a8bb8c3" descr="mark.png"/>
          <p:cNvPicPr/>
          <p:nvPr/>
        </p:nvPicPr>
        <p:blipFill>
          <a:blip r:embed="rId1"/>
          <a:stretch/>
        </p:blipFill>
        <p:spPr>
          <a:xfrm>
            <a:off x="10241280" y="365760"/>
            <a:ext cx="16765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x:5df6afb0-d370-595c-9bb5-a4427b92acb7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What Milleleaf does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ox:2c3e6ccb-8456-5c29-94ea-c27cd4bbf21f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Keeps every edit as a signed layer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Who changed what, and when, stays with the file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Reads Word, Excel and PowerPoint files from any app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Re-saves that change nothing come back as no change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Says what it can't carry, instead of losing it quietly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rgbClr val="2e6fd8"/>
                </a:solidFill>
                <a:uFillTx/>
                <a:latin typeface="Calibri"/>
                <a:hlinkClick r:id="rId1"/>
              </a:rPr>
              <a:t>milleleaf.com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x:87145175-ada9-53e8-87bb-7ae36098a209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What comes back from each app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ox:d08f732f-2569-5de9-bd79-71c56621940e"/>
          <p:cNvSpPr/>
          <p:nvPr/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Re-saves are compared with what Milleleaf would export.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ox:c13a316c-a4e6-54d1-ba22-3d1990e38814"/>
          <p:cNvGraphicFramePr/>
          <p:nvPr/>
        </p:nvGraphicFramePr>
        <p:xfrm>
          <a:off x="457200" y="1600200"/>
          <a:ext cx="4037760" cy="2194560"/>
        </p:xfrm>
        <a:graphic>
          <a:graphicData uri="http://schemas.openxmlformats.org/drawingml/2006/table">
            <a:tbl>
              <a:tblPr/>
              <a:tblGrid>
                <a:gridCol w="1346040"/>
                <a:gridCol w="1346040"/>
                <a:gridCol w="1346040"/>
              </a:tblGrid>
              <a:tr h="548640">
                <a:tc rowSpan="2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Saved by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486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LibreOffice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PowerPoint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Slides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Charts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x:112d1341-5f3b-5774-b9f9-c9c8124aa696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How an edit comes back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ox:fe89d69a-83d4-5679-a3d3-ccad43f16ace"/>
          <p:cNvSpPr/>
          <p:nvPr/>
        </p:nvSpPr>
        <p:spPr>
          <a:xfrm>
            <a:off x="731520" y="2743200"/>
            <a:ext cx="2193840" cy="109656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32">
            <a:solidFill>
              <a:srgbClr val="09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Adopt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ox:70cfccb9-8743-5ee2-8d22-d3833a134ac8"/>
          <p:cNvSpPr/>
          <p:nvPr/>
        </p:nvSpPr>
        <p:spPr>
          <a:xfrm>
            <a:off x="3566160" y="2743200"/>
            <a:ext cx="2193840" cy="109656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32">
            <a:solidFill>
              <a:srgbClr val="09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Export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x:3d3b2f75-54d3-5bd3-8ff9-2a9378bc2943"/>
          <p:cNvSpPr/>
          <p:nvPr/>
        </p:nvSpPr>
        <p:spPr>
          <a:xfrm>
            <a:off x="6400800" y="2743200"/>
            <a:ext cx="2193840" cy="109656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32">
            <a:solidFill>
              <a:srgbClr val="09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Edit anywhere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ox:b66f34d0-0949-5c9c-819a-5041c656bd48"/>
          <p:cNvSpPr/>
          <p:nvPr/>
        </p:nvSpPr>
        <p:spPr>
          <a:xfrm>
            <a:off x="9235440" y="2743200"/>
            <a:ext cx="2193840" cy="1096560"/>
          </a:xfrm>
          <a:prstGeom prst="roundRect">
            <a:avLst>
              <a:gd name="adj" fmla="val 16667"/>
            </a:avLst>
          </a:prstGeom>
          <a:solidFill>
            <a:srgbClr val="97dbc2"/>
          </a:solidFill>
          <a:ln w="25432">
            <a:solidFill>
              <a:srgbClr val="09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b1326"/>
                </a:solidFill>
                <a:latin typeface="Calibri"/>
              </a:rPr>
              <a:t>Import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ox:e8b48068-ea77-586c-ab43-627cb00f233d"/>
          <p:cNvCxnSpPr>
            <a:stCxn id="82" idx="3"/>
            <a:endCxn id="83" idx="1"/>
          </p:cNvCxnSpPr>
          <p:nvPr/>
        </p:nvCxnSpPr>
        <p:spPr>
          <a:xfrm>
            <a:off x="2926080" y="3291840"/>
            <a:ext cx="640800" cy="72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87" name="ox:0229f7e3-cbf1-5f84-8efb-30ffee4db22b"/>
          <p:cNvCxnSpPr>
            <a:stCxn id="83" idx="3"/>
            <a:endCxn id="84" idx="1"/>
          </p:cNvCxnSpPr>
          <p:nvPr/>
        </p:nvCxnSpPr>
        <p:spPr>
          <a:xfrm>
            <a:off x="5760720" y="3291840"/>
            <a:ext cx="640800" cy="72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88" name="ox:763fe3e3-fef1-5f8a-8a43-26372e2391ba"/>
          <p:cNvCxnSpPr>
            <a:stCxn id="84" idx="3"/>
            <a:endCxn id="85" idx="1"/>
          </p:cNvCxnSpPr>
          <p:nvPr/>
        </p:nvCxnSpPr>
        <p:spPr>
          <a:xfrm>
            <a:off x="8595360" y="3291840"/>
            <a:ext cx="640800" cy="720"/>
          </a:xfrm>
          <a:prstGeom prst="straightConnector1">
            <a:avLst/>
          </a:prstGeom>
          <a:ln w="19050">
            <a:solidFill>
              <a:srgbClr val="0b1326"/>
            </a:solidFill>
            <a:round/>
            <a:tailEnd len="med" type="triangle" w="med"/>
          </a:ln>
        </p:spPr>
      </p:cxnSp>
      <p:cxnSp>
        <p:nvCxnSpPr>
          <p:cNvPr id="89" name="ox:ab78373f-7016-55cb-9826-f9af625bb9ae"/>
          <p:cNvCxnSpPr/>
          <p:nvPr/>
        </p:nvCxnSpPr>
        <p:spPr>
          <a:xfrm>
            <a:off x="731520" y="4389120"/>
            <a:ext cx="10242000" cy="720"/>
          </a:xfrm>
          <a:prstGeom prst="straightConnector1">
            <a:avLst/>
          </a:prstGeom>
          <a:ln w="19050">
            <a:solidFill>
              <a:srgbClr val="489557"/>
            </a:solidFill>
            <a:prstDash val="dash"/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x:a4853a04-5b4d-5543-96ac-05ef78137a1b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 week of round trips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x:1c3f0704-0f0a-589e-95fa-7282b64fdcef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Where the files come from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x:3931a9cf-2762-58da-8f6b-4844649bda74"/>
          <p:cNvSpPr/>
          <p:nvPr/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The chart, as a picture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ox:535f73ca-aa6c-563e-bc0a-7f2ebb8a8725" descr="chart.jpg"/>
          <p:cNvPicPr/>
          <p:nvPr/>
        </p:nvPicPr>
        <p:blipFill>
          <a:blip r:embed="rId1"/>
          <a:srcRect l="8002" t="10000" r="5000" b="4000"/>
          <a:stretch/>
        </p:blipFill>
        <p:spPr>
          <a:xfrm>
            <a:off x="1792440" y="612720"/>
            <a:ext cx="5485680" cy="4114080"/>
          </a:xfrm>
          <a:prstGeom prst="rect">
            <a:avLst/>
          </a:prstGeom>
          <a:ln w="0">
            <a:noFill/>
          </a:ln>
        </p:spPr>
      </p:pic>
      <p:sp>
        <p:nvSpPr>
          <p:cNvPr id="94" name="ox:a79d358b-948a-58de-8699-2d23702ab6f6"/>
          <p:cNvSpPr/>
          <p:nvPr/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Made from slide 5's chart.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x:783617a4-9f7d-5fb8-b072-ad493db17293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Before and after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x:194a2640-dc98-5c48-83a4-6e5a553640c9"/>
          <p:cNvSpPr/>
          <p:nvPr/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Before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ox:9681ce91-66e6-5999-98a0-e1988d51754e"/>
          <p:cNvSpPr/>
          <p:nvPr/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After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ox:9a9d4429-ffc4-514f-bd70-68ca13e2bfb1"/>
          <p:cNvGraphicFramePr/>
          <p:nvPr/>
        </p:nvGraphicFramePr>
        <p:xfrm>
          <a:off x="731520" y="2377440"/>
          <a:ext cx="10515240" cy="14619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7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87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Losses went unnoticed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Every loss is listed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87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One app's view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Any app's re-save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x:119b3989-72c9-50df-ae8e-4dbc13d49f4e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Talk to us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ox:52cb8aaf-58b4-557a-bb3c-ec7236b79f07"/>
          <p:cNvSpPr/>
          <p:nvPr/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2e6fd8"/>
                </a:solidFill>
                <a:uFillTx/>
                <a:latin typeface="Calibri"/>
                <a:hlinkClick r:id="rId1"/>
              </a:rPr>
              <a:t>hello@milleleaf.com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898989"/>
                </a:solidFill>
                <a:uFillTx/>
                <a:latin typeface="Calibri"/>
              </a:rPr>
              <a:t>Back to the start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ox:b7e5fa70-def2-5cf6-bac7-32a86718c29c" descr="mark.png"/>
          <p:cNvPicPr/>
          <p:nvPr/>
        </p:nvPicPr>
        <p:blipFill>
          <a:blip r:embed="rId2"/>
          <a:stretch/>
        </p:blipFill>
        <p:spPr>
          <a:xfrm>
            <a:off x="10241280" y="365760"/>
            <a:ext cx="16765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5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  <a:tileRect l="0" t="0" r="0" b="0"/>
        </a:gradFill>
      </a:fillStyleLst>
      <a:lnStyleLst>
        <a:ln w="9525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cp:keywords>oxdeck=1384e197-120e-59ea-b738-9941afeb276f oxrevision=477d97266814a05458b7bdc3</cp:keywords>
  <dc:language>en-US</dc:language>
  <cp:lastModifiedBy/>
  <cp:revision>0</cp:revision>
  <dc:subject/>
  <dc:title>milleleaf-deck.impress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Slides">
    <vt:r8>9</vt:r8>
  </property>
</Properties>
</file>